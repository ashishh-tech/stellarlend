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41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4937760" y="365760"/>
            <a:ext cx="2286000" cy="2286000"/>
          </a:xfrm>
          <a:prstGeom prst="ellipse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868680"/>
            <a:ext cx="1371600" cy="1371600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  <p:txBody>
          <a:bodyPr/>
          <a:lstStyle/>
          <a:p>
            <a:r>
              <a:rPr lang="en-US" sz="5400" dirty="0"/>
              <a:t>  </a:t>
            </a:r>
            <a:r>
              <a:rPr lang="en-US" sz="4800" dirty="0"/>
              <a:t>S</a:t>
            </a:r>
            <a:endParaRPr lang="en-IN" sz="5400" dirty="0"/>
          </a:p>
        </p:txBody>
      </p:sp>
      <p:sp>
        <p:nvSpPr>
          <p:cNvPr id="5" name="Text 3"/>
          <p:cNvSpPr/>
          <p:nvPr/>
        </p:nvSpPr>
        <p:spPr>
          <a:xfrm>
            <a:off x="5394960" y="1005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StellarLend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71600" y="352044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AA"/>
                </a:solidFill>
              </a:rPr>
              <a:t>Decentralized P2P Lending on Stellar Blockchain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416052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</a:rPr>
              <a:t>Trustless · Transparent · Low-Cost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4846320"/>
            <a:ext cx="2103120" cy="347472"/>
          </a:xfrm>
          <a:prstGeom prst="roundRect">
            <a:avLst>
              <a:gd name="adj" fmla="val 26316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4846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</a:rPr>
              <a:t>Soroban Smart Contracts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4846320"/>
            <a:ext cx="2103120" cy="347472"/>
          </a:xfrm>
          <a:prstGeom prst="roundRect">
            <a:avLst>
              <a:gd name="adj" fmla="val 26316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4846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</a:rPr>
              <a:t>Next.js Frontend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4846320"/>
            <a:ext cx="2103120" cy="347472"/>
          </a:xfrm>
          <a:prstGeom prst="roundRect">
            <a:avLst>
              <a:gd name="adj" fmla="val 26316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4846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</a:rPr>
              <a:t>Freighter Wallet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61264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Ashish Chaurasia  |  Narula Institute of Technology  |  github.com/ashishh-tech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D4AA"/>
                </a:solidFill>
              </a:rPr>
              <a:t>Traditional lending is broken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394960" cy="164592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High Intermediary Costs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Banks charge 3–8% fees on every loan transaction, eating into both lender yields and borrower savings.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94960" cy="164592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223760" y="1691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Opaque Processes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1031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Loan decisions happen in black boxes — no transparency on how rates are set or funds are used.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5394960" cy="164592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Financial Exclusion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114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1.4 billion adults remain unbanked globally, locked out of traditional lending infrastructure.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520440"/>
            <a:ext cx="5394960" cy="164592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23760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Slow Settlement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3760" y="41148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Wire transfers and loan disbursements take 2–5 business days through legacy banking rails.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D4AA"/>
                </a:solidFill>
              </a:rPr>
              <a:t>StellarLend — P2P Lending without intermediaries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937760" y="1645920"/>
            <a:ext cx="2286000" cy="2286000"/>
          </a:xfrm>
          <a:prstGeom prst="ellipse">
            <a:avLst/>
          </a:prstGeom>
          <a:solidFill>
            <a:srgbClr val="00D4AA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2331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</a:rPr>
              <a:t>StellarLend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</a:rPr>
              <a:t>No Middlemen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Direct lender↔borrower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</a:rPr>
              <a:t>On-Chain Logic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Soroban smart contracts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</a:rPr>
              <a:t>Sub-second Finality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Stellar network speed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3200400"/>
            <a:ext cx="3474720" cy="1005840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</a:rPr>
              <a:t>Near-Zero Fees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3703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0.00001 XLM per tx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11247120" cy="731520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🚀  Built on Stellar Testnet · Deployed · Live · Open Source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D4AA"/>
                </a:solidFill>
              </a:rPr>
              <a:t>4 simple steps on-chain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4114800"/>
          </a:xfrm>
          <a:prstGeom prst="roundRect">
            <a:avLst>
              <a:gd name="adj" fmla="val 5172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Connect Wallet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User connects Freighter wallet to StellarLend frontend. No signup, no KYC — just your Stellar address.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651760" cy="4114800"/>
          </a:xfrm>
          <a:prstGeom prst="roundRect">
            <a:avLst>
              <a:gd name="adj" fmla="val 5172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645920"/>
            <a:ext cx="548640" cy="548640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2286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8328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Deposit / Supply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3280" y="35661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Lenders deposit XLM or USDC into the Soroban smart contract pool. Earn yield automatically.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651760" cy="4114800"/>
          </a:xfrm>
          <a:prstGeom prst="roundRect">
            <a:avLst>
              <a:gd name="adj" fmla="val 5172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645920"/>
            <a:ext cx="548640" cy="548640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286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📤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6364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Borrow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35661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Borrowers submit collateral and receive funds instantly. Smart contract enforces repayment terms.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1463040"/>
            <a:ext cx="2651760" cy="4114800"/>
          </a:xfrm>
          <a:prstGeom prst="roundRect">
            <a:avLst>
              <a:gd name="adj" fmla="val 5172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89720" y="1645920"/>
            <a:ext cx="548640" cy="548640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897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55480" y="22860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144000" y="3108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Repay &amp; Withdraw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0" y="35661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Borrowers repay with interest. Lenders withdraw principal + yield anytime from the contract.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D4AA"/>
                </a:solidFill>
              </a:rPr>
              <a:t>Production-grade architecture on Stellar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6366F1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45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366F1"/>
                </a:solidFill>
              </a:rPr>
              <a:t>Frontend 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1284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Next.js 14 (App Router)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035808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6265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Glassmorphism UI Design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785616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1246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Freighter Wallet Integration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535424"/>
            <a:ext cx="109728" cy="10972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6227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Real-time Horizon API polling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51960" y="146304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64592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00D4AA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645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</a:rPr>
              <a:t>Smart Contract Layer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80560" y="2286000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221284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Rust + Soroban SDK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3035808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96265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deposit(), withdraw(), borrow(), repay()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3785616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71246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On-chain state management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80560" y="4535424"/>
            <a:ext cx="109728" cy="109728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46227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Event emission for UI updates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38160" y="146304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21040" y="164592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1645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Infrastructure Layer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66760" y="22860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221284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Stellar Testnet deployment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66760" y="303580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8595360" y="296265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Netlify (frontend hosting)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66760" y="378561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8595360" y="371246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GitHub Actions CI/CD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66760" y="453542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8595360" y="446227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Stellar Expert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Traction &amp; Impact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D4AA"/>
                </a:solidFill>
              </a:rPr>
              <a:t>Real usage on Stellar Testnet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00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AA"/>
                </a:solidFill>
              </a:rPr>
              <a:t>201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 Clones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in 14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600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AA"/>
                </a:solidFill>
              </a:rPr>
              <a:t>74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37560" y="2743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Unique Cloners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developers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600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17920" y="2148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AA"/>
                </a:solidFill>
              </a:rPr>
              <a:t>4.8/5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UI/UX Rating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user feedback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1463040"/>
            <a:ext cx="260604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98280" y="1600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098280" y="21488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AA"/>
                </a:solidFill>
              </a:rPr>
              <a:t>83%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098280" y="27432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Mainnet Interest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98280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would use on mainnet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11247120" cy="2286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A"/>
                </a:solidFill>
              </a:rPr>
              <a:t>📊  User Feedback Highlights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434340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✅  "Clean UI, smooth borrow/supply experience"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727448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✅  "Very easy to connect Freighter wallet"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111496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⚠️  "Transaction hash not visible after completion" — being fixed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495544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⚠️  "Close button on Borrow modal needs improvement" — being fixed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Roadmap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D4AA"/>
                </a:solidFill>
              </a:rPr>
              <a:t>From Testnet MVP to Mainnet Product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566160" cy="493776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1 — MVP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00D4AA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</a:rPr>
              <a:t>DONE 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4203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Soroban smart contract deployed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172968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deposit / borrow / repay / withdraw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739896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7588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Freighter wallet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306824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4281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Live on Stellar Testnet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4873752"/>
            <a:ext cx="91440" cy="914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0974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CI/CD pipeline setup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1463040"/>
            <a:ext cx="3566160" cy="493776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3484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2 — Growth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434840" y="210312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6366F1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2103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</a:rPr>
              <a:t>IN PROGRESS 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260604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54203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Multi-asset support (XLM + USDC)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3172968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Dynamic interest rate model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80560" y="3739896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67588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Fix modal UX issues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430682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424281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50+ user onboarding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4873752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480974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Pitch deck &amp; community outreach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38160" y="1463040"/>
            <a:ext cx="3566160" cy="493776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2104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3 — Mainnet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321040" y="210312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6B7280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21031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</a:rPr>
              <a:t>PLANNED 🎯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66760" y="2606040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38" name="Text 36"/>
          <p:cNvSpPr/>
          <p:nvPr/>
        </p:nvSpPr>
        <p:spPr>
          <a:xfrm>
            <a:off x="8595360" y="254203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Smart contract security audit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366760" y="3172968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0" name="Text 38"/>
          <p:cNvSpPr/>
          <p:nvPr/>
        </p:nvSpPr>
        <p:spPr>
          <a:xfrm>
            <a:off x="8595360" y="3108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Mainnet deployment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366760" y="3739896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2" name="Text 40"/>
          <p:cNvSpPr/>
          <p:nvPr/>
        </p:nvSpPr>
        <p:spPr>
          <a:xfrm>
            <a:off x="8595360" y="367588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Collateral &amp; liquidation system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366760" y="4306824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4" name="Text 42"/>
          <p:cNvSpPr/>
          <p:nvPr/>
        </p:nvSpPr>
        <p:spPr>
          <a:xfrm>
            <a:off x="8595360" y="424281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Governance for rate parameters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6760" y="4873752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6" name="Text 44"/>
          <p:cNvSpPr/>
          <p:nvPr/>
        </p:nvSpPr>
        <p:spPr>
          <a:xfrm>
            <a:off x="8595360" y="4809744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Mobile app (React Native)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Why Stellar?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D4AA"/>
                </a:solidFill>
              </a:rPr>
              <a:t>The ideal blockchain for DeFi lending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3-5 Second Finality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Transactions confirm in under 5 seconds — critical for real-time lending operations and user experience.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120640" y="16459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Near-Zero Fees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240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Base fee of 0.00001 XLM makes frequent interest accrual updates and liquidation checks economically viable.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06840" y="16459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Soroban Smart Contracts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2240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Rust-based Soroban SDK enables safe, auditable, production-ready financial contract logic.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34440" y="4023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Native Asset Support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46177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Stellar Asset Contracts (SAC) allow XLM, USDC, and any Stellar token as collateral without bridges.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51960" y="384048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891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120640" y="4023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SEP Standards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89120" y="46177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Stellar Ecosystem Proposals provide standardized anchor integrations for fiat on/off ramps.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3840480"/>
            <a:ext cx="3566160" cy="2011680"/>
          </a:xfrm>
          <a:prstGeom prst="roundRect">
            <a:avLst>
              <a:gd name="adj" fmla="val 6818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7532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006840" y="4023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Growing Ecosystem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75320" y="46177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$20,000 builder sprint, active developer grants, and a global community supporting builders.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Builder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D4AA"/>
                </a:solidFill>
              </a:rPr>
              <a:t>First-year student building production-grade Web3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480560" y="1463040"/>
            <a:ext cx="3200400" cy="3200400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146304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D4AA"/>
                </a:solidFill>
              </a:rPr>
              <a:t>AC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371600" y="475488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Ashish Chaurasia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CA3AF"/>
                </a:solidFill>
              </a:rPr>
              <a:t>B.Tech CSE (2025–2029)  |  Narula Institute of Technology, Kolkata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11680" y="580644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5806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</a:rPr>
              <a:t>Rust / Soroban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580644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5806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</a:rPr>
              <a:t>React / Next.js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0" y="580644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5806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</a:rPr>
              <a:t>Python / C++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621792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62179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</a:rPr>
              <a:t>IoT / Arduino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621792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0D4AA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62179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</a:rPr>
              <a:t>Web3 / DeFi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621792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0D4AA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621792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</a:rPr>
              <a:t>CI/CD / DevOps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457200"/>
            <a:ext cx="5760720" cy="5760720"/>
          </a:xfrm>
          <a:prstGeom prst="ellipse">
            <a:avLst/>
          </a:prstGeom>
          <a:solidFill>
            <a:srgbClr val="00D4AA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Try StellarLend Today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AA"/>
                </a:solidFill>
              </a:rPr>
              <a:t>Live on Stellar Testnet · Open Source · Free to 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4846320" cy="68580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423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🌐  Live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2423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stellarlendmastery-demo.netlify.app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377440"/>
            <a:ext cx="4846320" cy="68580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4231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💻  GitHub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2423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github.com/ashishh-tech</a:t>
            </a:r>
            <a:r>
              <a:rPr lang="en-US" sz="1200">
                <a:solidFill>
                  <a:srgbClr val="9CA3AF"/>
                </a:solidFill>
              </a:rPr>
              <a:t>/STELLARLEND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4846320" cy="68580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34290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🔍  Contract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stellar.expert/explorer/testnet/contract/CDSYUI...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383280"/>
            <a:ext cx="4846320" cy="685800"/>
          </a:xfrm>
          <a:prstGeom prst="roundRect">
            <a:avLst>
              <a:gd name="adj" fmla="val 20000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4290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📊  Feedback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</a:rPr>
              <a:t>docs.google.com/spreadsheets/d/12jBf8IAJ...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1247120" cy="1188720"/>
          </a:xfrm>
          <a:prstGeom prst="roundRect">
            <a:avLst>
              <a:gd name="adj" fmla="val 11538"/>
            </a:avLst>
          </a:prstGeom>
          <a:solidFill>
            <a:srgbClr val="111827"/>
          </a:solidFill>
          <a:ln/>
          <a:effectLst>
            <a:outerShdw blurRad="127000" dist="508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🏆  Achievements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074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⚪ White Belt ✅     🟡 Yellow Belt ✅     🟠 Orange Belt ✅  (+$50 Prize)     🟢 Green Belt ✅     🔵 Blue Belt → In Progress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766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Ashish Chaurasia</cp:lastModifiedBy>
  <cp:revision>3</cp:revision>
  <dcterms:created xsi:type="dcterms:W3CDTF">2026-07-19T03:26:41Z</dcterms:created>
  <dcterms:modified xsi:type="dcterms:W3CDTF">2026-07-30T08:29:16Z</dcterms:modified>
</cp:coreProperties>
</file>